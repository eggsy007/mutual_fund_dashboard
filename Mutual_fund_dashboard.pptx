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4.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elId0"/>
    <p:sldId id="258" r:id="RelId1"/>
    <p:sldId id="259" r:id="RelId2"/>
    <p:sldId id="260" r:id="Rel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autoAdjust="0"/>
    <p:restoredTop sz="86410" autoAdjust="0"/>
  </p:normalViewPr>
  <p:slideViewPr>
    <p:cSldViewPr snapToGrid="0" snapToObjects="1">
      <p:cViewPr varScale="1">
        <p:scale>
          <a:sx n="72" d="100"/>
          <a:sy n="72" d="100"/>
        </p:scale>
        <p:origin x="84" y="7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presProps" Target="presProps.xml" Id="rId3"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tableStyles" Target="tableStyles.xml" Id="rId6" /><Relationship Type="http://schemas.openxmlformats.org/officeDocument/2006/relationships/theme" Target="theme/theme1.xml" Id="rId5" /><Relationship Type="http://schemas.openxmlformats.org/officeDocument/2006/relationships/viewProps" Target="viewProps.xml" Id="rId4" /><Relationship Type="http://schemas.openxmlformats.org/officeDocument/2006/relationships/slide" Target="/ppt/slides/slide2.xml" Id="RelId0" /><Relationship Type="http://schemas.openxmlformats.org/officeDocument/2006/relationships/slide" Target="/ppt/slides/slide3.xml" Id="RelId1" /><Relationship Type="http://schemas.openxmlformats.org/officeDocument/2006/relationships/slide" Target="/ppt/slides/slide4.xml" Id="RelId2" /><Relationship Type="http://schemas.openxmlformats.org/officeDocument/2006/relationships/slide" Target="/ppt/slides/slide5.xml" Id="RelId3" /></Relationships>
</file>

<file path=ppt/notesSlides/notesSlid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2.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Showing 1Y NAV Trend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3.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Showing 1 Year NAV Trend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Showing 1 Year NAV Trend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4.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columnChart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columnChart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5Y CAGR % (&gt;0%) by Scheme_Category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treemap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media/image1.png" Id="rId2" /><Relationship Type="http://schemas.openxmlformats.org/officeDocument/2006/relationships/slideLayout" Target="../slideLayouts/slideLayout7.xml" Id="rId1" /><Relationship Type="http://schemas.openxmlformats.org/officeDocument/2006/relationships/image" Target="../media/image3.png" Id="rId5" /><Relationship Type="http://schemas.openxmlformats.org/officeDocument/2006/relationships/image" Target="../media/image2.png" Id="rId4" /><Relationship Type="http://schemas.openxmlformats.org/officeDocument/2006/relationships/hyperlink" Target="https://app.powerbi.com/groups/me/reports/35543dd4-0334-485c-8172-0f760d380deb?pbi_source=PowerPoint" TargetMode="External" Id="coverSlideHpLink" /></Relationships>
</file>

<file path=ppt/slides/_rels/slide2.xml.rels>&#65279;<?xml version="1.0" encoding="utf-8"?><Relationships xmlns="http://schemas.openxmlformats.org/package/2006/relationships"><Relationship Type="http://schemas.openxmlformats.org/officeDocument/2006/relationships/notesSlide" Target="/ppt/notesSlides/notesSlide.xml" Id="R23909d40e88547cc" /><Relationship Type="http://schemas.openxmlformats.org/officeDocument/2006/relationships/slideLayout" Target="/ppt/slideLayouts/slideLayout8.xml" Id="Rf2ef3895a6844e84" /><Relationship Type="http://schemas.openxmlformats.org/officeDocument/2006/relationships/hyperlink" Target="https://app.powerbi.com/groups/me/reports/35543dd4-0334-485c-8172-0f760d380deb/?pbi_source=PowerPoint" TargetMode="External" Id="RelId0" /><Relationship Type="http://schemas.openxmlformats.org/officeDocument/2006/relationships/image" Target="/ppt/media/image4.png" Id="imgId42480684" /></Relationships>
</file>

<file path=ppt/slides/_rels/slide3.xml.rels>&#65279;<?xml version="1.0" encoding="utf-8"?><Relationships xmlns="http://schemas.openxmlformats.org/package/2006/relationships"><Relationship Type="http://schemas.openxmlformats.org/officeDocument/2006/relationships/notesSlide" Target="/ppt/notesSlides/notesSlide2.xml" Id="R79b9803872884d8b" /><Relationship Type="http://schemas.openxmlformats.org/officeDocument/2006/relationships/slideLayout" Target="/ppt/slideLayouts/slideLayout8.xml" Id="Re32e770decdc4ec1" /><Relationship Type="http://schemas.openxmlformats.org/officeDocument/2006/relationships/hyperlink" Target="https://app.powerbi.com/groups/me/reports/35543dd4-0334-485c-8172-0f760d380deb/?pbi_source=PowerPoint" TargetMode="External" Id="RelId1" /><Relationship Type="http://schemas.openxmlformats.org/officeDocument/2006/relationships/image" Target="/ppt/media/image5.png" Id="imgId42480685" /></Relationships>
</file>

<file path=ppt/slides/_rels/slide4.xml.rels>&#65279;<?xml version="1.0" encoding="utf-8"?><Relationships xmlns="http://schemas.openxmlformats.org/package/2006/relationships"><Relationship Type="http://schemas.openxmlformats.org/officeDocument/2006/relationships/notesSlide" Target="/ppt/notesSlides/notesSlide3.xml" Id="R74b610c2b6e64e7d" /><Relationship Type="http://schemas.openxmlformats.org/officeDocument/2006/relationships/slideLayout" Target="/ppt/slideLayouts/slideLayout8.xml" Id="R9f4ebb45bdaf492d" /><Relationship Type="http://schemas.openxmlformats.org/officeDocument/2006/relationships/hyperlink" Target="https://app.powerbi.com/groups/me/reports/35543dd4-0334-485c-8172-0f760d380deb/?pbi_source=PowerPoint" TargetMode="External" Id="RelId2" /><Relationship Type="http://schemas.openxmlformats.org/officeDocument/2006/relationships/image" Target="/ppt/media/image6.png" Id="imgId42480686" /></Relationships>
</file>

<file path=ppt/slides/_rels/slide5.xml.rels>&#65279;<?xml version="1.0" encoding="utf-8"?><Relationships xmlns="http://schemas.openxmlformats.org/package/2006/relationships"><Relationship Type="http://schemas.openxmlformats.org/officeDocument/2006/relationships/notesSlide" Target="/ppt/notesSlides/notesSlide4.xml" Id="Ra8d83631f413417f" /><Relationship Type="http://schemas.openxmlformats.org/officeDocument/2006/relationships/slideLayout" Target="/ppt/slideLayouts/slideLayout8.xml" Id="R4380b482ef244641" /><Relationship Type="http://schemas.openxmlformats.org/officeDocument/2006/relationships/hyperlink" Target="https://app.powerbi.com/groups/me/reports/35543dd4-0334-485c-8172-0f760d380deb/?pbi_source=PowerPoint" TargetMode="External" Id="RelId3" /><Relationship Type="http://schemas.openxmlformats.org/officeDocument/2006/relationships/image" Target="/ppt/media/image7.png" Id="imgId42480687" /></Relationships>
</file>

<file path=ppt/slides/slide1.xml><?xml version="1.0" encoding="utf-8"?>
<p:sld xmlns:adec="http://schemas.microsoft.com/office/drawing/2017/decorative"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Mutual_fund_dashboard</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coverSlideHpLink"/>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12/22/2025 8:33:37 PM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12/22/2025 8:31:36 PM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p="http://schemas.openxmlformats.org/presentationml/2006/main">
  <p:cSld>
    <p:spTree>
      <p:nvGrpSpPr>
        <p:cNvPr id="1" name=""/>
        <p:cNvGrpSpPr/>
        <p:nvPr/>
      </p:nvGrpSpPr>
      <p:grpSpPr/>
      <p:pic>
        <p:nvPicPr>
          <p:cNvPr id="3" name="Picture" title="This slide contains the following visuals: image ,textbox ,textbox ,pageNavigator. Please refer to the notes on this slide for details">
            <a:hlinkClick xmlns:r="http://schemas.openxmlformats.org/officeDocument/2006/relationships" xmlns:a="http://schemas.openxmlformats.org/drawingml/2006/main" r:id="RelId0"/>
          </p:cNvPr>
          <p:cNvPicPr>
            <a:picLocks xmlns:a="http://schemas.openxmlformats.org/drawingml/2006/main" noChangeAspect="1"/>
          </p:cNvPicPr>
          <p:nvPr/>
        </p:nvPicPr>
        <p:blipFill>
          <a:blip xmlns:r="http://schemas.openxmlformats.org/officeDocument/2006/relationships" xmlns:a="http://schemas.openxmlformats.org/drawingml/2006/main" r:embed="imgId42480684"/>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Welcome</a:t>
            </a:r>
          </a:p>
        </p:txBody>
      </p:sp>
    </p:spTree>
    <p:clrMapOvr>
      <a:masterClrMapping xmlns:a="http://schemas.openxmlformats.org/drawingml/2006/main"/>
    </p:clrMapOvr>
  </p:cSld>
</p:sld>
</file>

<file path=ppt/slides/slide3.xml><?xml version="1.0" encoding="utf-8"?>
<p:sld xmlns:p="http://schemas.openxmlformats.org/presentationml/2006/main">
  <p:cSld>
    <p:spTree>
      <p:nvGrpSpPr>
        <p:cNvPr id="1" name=""/>
        <p:cNvGrpSpPr/>
        <p:nvPr/>
      </p:nvGrpSpPr>
      <p:grpSpPr/>
      <p:pic>
        <p:nvPicPr>
          <p:cNvPr id="3" name="Picture" title="This slide contains the following visuals: cardVisual ,Showing 1Y NAV Trend ,advancedSlicerVisual ,shape ,image ,shape ,image ,shape ,cardVisual ,shape ,cardVisual ,slicer ,shape ,shape ,shape ,shape ,shape ,shape ,shape ,shape ,cardVisual ,cardVisual ,cardVisual ,cardVisual ,cardVisual ,shape ,shape ,cardVisual ,cardVisual ,image ,image ,image ,image ,image. Please refer to the notes on this slide for details">
            <a:hlinkClick xmlns:r="http://schemas.openxmlformats.org/officeDocument/2006/relationships" xmlns:a="http://schemas.openxmlformats.org/drawingml/2006/main" r:id="RelId1"/>
          </p:cNvPr>
          <p:cNvPicPr>
            <a:picLocks xmlns:a="http://schemas.openxmlformats.org/drawingml/2006/main" noChangeAspect="1"/>
          </p:cNvPicPr>
          <p:nvPr/>
        </p:nvPicPr>
        <p:blipFill>
          <a:blip xmlns:r="http://schemas.openxmlformats.org/officeDocument/2006/relationships" xmlns:a="http://schemas.openxmlformats.org/drawingml/2006/main" r:embed="imgId42480685"/>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Overview</a:t>
            </a:r>
          </a:p>
        </p:txBody>
      </p:sp>
    </p:spTree>
    <p:clrMapOvr>
      <a:masterClrMapping xmlns:a="http://schemas.openxmlformats.org/drawingml/2006/main"/>
    </p:clrMapOvr>
  </p:cSld>
</p:sld>
</file>

<file path=ppt/slides/slide4.xml><?xml version="1.0" encoding="utf-8"?>
<p:sld xmlns:p="http://schemas.openxmlformats.org/presentationml/2006/main">
  <p:cSld>
    <p:spTree>
      <p:nvGrpSpPr>
        <p:cNvPr id="1" name=""/>
        <p:cNvGrpSpPr/>
        <p:nvPr/>
      </p:nvGrpSpPr>
      <p:grpSpPr/>
      <p:pic>
        <p:nvPicPr>
          <p:cNvPr id="3" name="Picture" title="This slide contains the following visuals: cardVisual ,shape ,image ,shape ,image ,shape ,cardVisual ,slicer ,shape ,shape ,shape ,shape ,shape ,shape ,shape ,cardVisual ,cardVisual ,cardVisual ,cardVisual ,cardVisual ,shape ,slicer ,cardVisual ,shape ,shape ,cardVisual ,cardVisual ,cardVisual ,cardVisual ,cardVisual ,cardVisual ,Showing 1 Year NAV Trend ,Showing 1 Year NAV Trend ,shape ,shape ,shape ,shape ,shape ,shape ,shape ,shape ,image ,image ,image. Please refer to the notes on this slide for details">
            <a:hlinkClick xmlns:r="http://schemas.openxmlformats.org/officeDocument/2006/relationships" xmlns:a="http://schemas.openxmlformats.org/drawingml/2006/main" r:id="RelId2"/>
          </p:cNvPr>
          <p:cNvPicPr>
            <a:picLocks xmlns:a="http://schemas.openxmlformats.org/drawingml/2006/main" noChangeAspect="1"/>
          </p:cNvPicPr>
          <p:nvPr/>
        </p:nvPicPr>
        <p:blipFill>
          <a:blip xmlns:r="http://schemas.openxmlformats.org/officeDocument/2006/relationships" xmlns:a="http://schemas.openxmlformats.org/drawingml/2006/main" r:embed="imgId42480686"/>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Peer Comparison</a:t>
            </a:r>
          </a:p>
        </p:txBody>
      </p:sp>
    </p:spTree>
    <p:clrMapOvr>
      <a:masterClrMapping xmlns:a="http://schemas.openxmlformats.org/drawingml/2006/main"/>
    </p:clrMapOvr>
  </p:cSld>
</p:sld>
</file>

<file path=ppt/slides/slide5.xml><?xml version="1.0" encoding="utf-8"?>
<p:sld xmlns:p="http://schemas.openxmlformats.org/presentationml/2006/main">
  <p:cSld>
    <p:spTree>
      <p:nvGrpSpPr>
        <p:cNvPr id="1" name=""/>
        <p:cNvGrpSpPr/>
        <p:nvPr/>
      </p:nvGrpSpPr>
      <p:grpSpPr/>
      <p:pic>
        <p:nvPicPr>
          <p:cNvPr id="3" name="Picture" title="This slide contains the following visuals: shape ,image ,image ,shape ,columnChart ,columnChart ,shape ,shape ,5Y CAGR % (&gt;0%) by Scheme_Category ,shape ,treemap ,image ,image ,image. Please refer to the notes on this slide for details">
            <a:hlinkClick xmlns:r="http://schemas.openxmlformats.org/officeDocument/2006/relationships" xmlns:a="http://schemas.openxmlformats.org/drawingml/2006/main" r:id="RelId3"/>
          </p:cNvPr>
          <p:cNvPicPr>
            <a:picLocks xmlns:a="http://schemas.openxmlformats.org/drawingml/2006/main" noChangeAspect="1"/>
          </p:cNvPicPr>
          <p:nvPr/>
        </p:nvPicPr>
        <p:blipFill>
          <a:blip xmlns:r="http://schemas.openxmlformats.org/officeDocument/2006/relationships" xmlns:a="http://schemas.openxmlformats.org/drawingml/2006/main" r:embed="imgId42480687"/>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Top-N Funds</a:t>
            </a:r>
          </a:p>
        </p:txBody>
      </p:sp>
    </p:spTree>
    <p:clrMapOvr>
      <a:masterClrMapping xmlns:a="http://schemas.openxmlformats.org/drawingml/2006/main"/>
    </p:clrMapOvr>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27</Words>
  <Application>Microsoft Office PowerPoint</Application>
  <PresentationFormat>Widescreen</PresentationFormat>
  <Paragraphs>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Segoe UI</vt:lpstr>
      <vt:lpstr>Segoe UI Light</vt:lpstr>
      <vt:lpstr>Segoe UI Semibold</vt:lpstr>
      <vt:lpstr>Custom Design</vt:lpstr>
      <vt:lpstr>#Name of Power BI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Brian Butler</cp:lastModifiedBy>
  <cp:revision>4</cp:revision>
  <dcterms:created xsi:type="dcterms:W3CDTF">2016-09-04T11:54:55Z</dcterms:created>
  <dcterms:modified xsi:type="dcterms:W3CDTF">2020-11-25T15:29:01Z</dcterms:modified>
</cp:coreProperties>
</file>