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DCE6"/>
    <a:srgbClr val="CAE6AC"/>
    <a:srgbClr val="BADF93"/>
    <a:srgbClr val="EBB700"/>
    <a:srgbClr val="4C9C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574" y="1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E08A-1E4F-4712-A635-83961CE12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93185-BDA4-4005-A74F-741477577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8D8AA-7E0E-4B31-B5DB-2BCBF950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1445E-9703-45FC-BA5F-07CC8EFB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49E32-8669-4543-9780-810DDB00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45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4272-E353-4346-A908-F248A4D6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D2223-C8E4-4511-B0A3-54831B9CC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EAB34-63ED-41F4-A070-271A8EA4E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15B6F-3093-4FB8-8DE7-79C3DA51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E1971-DB1A-4ED2-9BC5-E53A9F51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23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5039-647E-4000-817A-0FC0E9A4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3E28A-40E0-4613-B2E3-CA1FAEF63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245B7-E3A3-4B91-82DF-C059B3177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40477-34F4-49DE-8B6A-9B9CEF62E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436B1-EC67-42BC-A961-F3D7B5B5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294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4C1C-0F00-46D6-8806-24D24CB5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BAA0-E75E-4ED8-B3C3-0CC05F9AC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B6594-5E97-4916-A957-D7BB870F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F83F6-36DC-42B2-B896-E0EBE489D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EE649-BBE0-4D52-AA56-2E69C9C7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154D9-6E75-4E4D-984A-6D72E479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418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83A72-7D78-4F24-A1CD-17A069725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BD4F7-3853-479A-A348-23F60EC3E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BB030-07A2-4B65-B269-6F93FB588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0AFE3C-070A-451C-9408-BBE6977E74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654BA-0BC8-48F6-87E4-B4B10796D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F462F3-E78C-4CF1-8536-9F124A8EB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C2E8EC-FB4B-4697-A0DA-F100134C2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F9B0F2-B2D6-4AA8-AA14-D36C3181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63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DC492-C01A-41C5-8B25-0B284BB9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78783-798C-45A0-BC30-CBD07CDD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EA1E5-6403-414A-90D5-43CBBF57F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705F1-AFA9-41F4-8452-0B09A091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720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413E0-9FC9-43A9-9EE1-0314D5EC5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67DFB4-BED9-4DCF-9480-B30BB30FA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65F2C-F4E5-4CF0-A4EE-7FDF41B4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BA37-B869-4427-962F-3388613B0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5F6CD-BDB7-46B1-B1EE-B4314E27F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06F16-5D03-4E6D-A477-08A6DF43E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C2C3C-51BC-4002-9C36-9104E831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D82F3-D3F9-4752-8141-BFF8405A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1ABFA-3E6F-41A2-BE60-CFD2A7B8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75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A99A-A9FD-430C-BDA4-514EE1C85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91AE3-8607-4E0C-8B34-F9F42F9027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04F7C-6A1C-43BE-8C3A-A3FE22C6F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727F3-E643-4E0F-BD83-E7DF3C7A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514A1-792B-4E48-B104-8C426BDC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32531-9677-450A-A01D-0C25CC13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50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9E64E-A15F-47FC-8399-2BBBC49B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B1D81-5D8A-4F0C-A969-3B579DE76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08A8A-624B-4667-816C-8C7B3BFD4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9D379-F911-48D1-ADB8-17174B230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E3033-34B9-4885-AF60-270AB9A6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04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745B5-7CC9-4B78-AC65-DABFD949D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EBD1C-BFD9-4D8F-B292-72BB77DDD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2AFC9-5A0D-4F8D-B565-93C161396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ACEA0-AED0-419E-A36D-60F648709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80A1D-1BC7-4BA8-BFB0-404CAAD7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496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3754C-85A3-42CA-AA2E-1BFD13860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F88E2-224F-4279-8839-051F25AAA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D0F94-4452-4F8C-986C-44CF36314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32BFEF-BDEC-4017-AAD2-CB0A9B78ACE1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9E5B-41F7-4695-B793-1455F9ECE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B2F6B-198B-4990-8CB5-4C761E281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DD2FF-74CD-465A-9340-2B1B63F5F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36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438BAAEF-D8D0-4701-B919-605E66BB299B}"/>
              </a:ext>
            </a:extLst>
          </p:cNvPr>
          <p:cNvSpPr/>
          <p:nvPr/>
        </p:nvSpPr>
        <p:spPr>
          <a:xfrm>
            <a:off x="-3709043" y="-7578200"/>
            <a:ext cx="12446000" cy="12446000"/>
          </a:xfrm>
          <a:prstGeom prst="ellipse">
            <a:avLst/>
          </a:prstGeom>
          <a:solidFill>
            <a:srgbClr val="CAE6AC"/>
          </a:solidFill>
          <a:ln>
            <a:solidFill>
              <a:srgbClr val="CAE6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853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2E003A-B5C4-453D-9F59-27B383A9A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82" y="2188919"/>
            <a:ext cx="5243332" cy="46690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75DF6C-B539-41F1-855C-41B839306C2A}"/>
              </a:ext>
            </a:extLst>
          </p:cNvPr>
          <p:cNvSpPr/>
          <p:nvPr/>
        </p:nvSpPr>
        <p:spPr>
          <a:xfrm>
            <a:off x="648179" y="2188919"/>
            <a:ext cx="5245200" cy="4669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8BAAEF-D8D0-4701-B919-605E66BB299B}"/>
              </a:ext>
            </a:extLst>
          </p:cNvPr>
          <p:cNvSpPr/>
          <p:nvPr/>
        </p:nvSpPr>
        <p:spPr>
          <a:xfrm>
            <a:off x="-3801641" y="-7578200"/>
            <a:ext cx="12446000" cy="12446000"/>
          </a:xfrm>
          <a:prstGeom prst="ellipse">
            <a:avLst/>
          </a:prstGeom>
          <a:solidFill>
            <a:srgbClr val="CAE6AC"/>
          </a:solidFill>
          <a:ln>
            <a:solidFill>
              <a:srgbClr val="CAE6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297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438BAAEF-D8D0-4701-B919-605E66BB299B}"/>
              </a:ext>
            </a:extLst>
          </p:cNvPr>
          <p:cNvSpPr/>
          <p:nvPr/>
        </p:nvSpPr>
        <p:spPr>
          <a:xfrm>
            <a:off x="-3801641" y="-7578200"/>
            <a:ext cx="12446000" cy="12446000"/>
          </a:xfrm>
          <a:prstGeom prst="ellipse">
            <a:avLst/>
          </a:prstGeom>
          <a:solidFill>
            <a:srgbClr val="ACDCE6"/>
          </a:solidFill>
          <a:ln>
            <a:solidFill>
              <a:srgbClr val="ACDC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448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5FB608-FFDE-453E-8FCA-C5A63E24F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612" y="0"/>
            <a:ext cx="73047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19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TEJAS MANIK GONDANE</dc:creator>
  <cp:lastModifiedBy>TEJAS MANIK GONDANE</cp:lastModifiedBy>
  <cp:revision>3</cp:revision>
  <dcterms:created xsi:type="dcterms:W3CDTF">2025-12-19T10:28:05Z</dcterms:created>
  <dcterms:modified xsi:type="dcterms:W3CDTF">2025-12-19T10:48:47Z</dcterms:modified>
</cp:coreProperties>
</file>